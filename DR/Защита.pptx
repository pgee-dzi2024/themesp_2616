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authors.xml" ContentType="application/vnd.ms-powerpoint.author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301" r:id="rId5"/>
    <p:sldId id="261" r:id="rId6"/>
    <p:sldId id="279" r:id="rId7"/>
    <p:sldId id="276" r:id="rId8"/>
    <p:sldId id="293" r:id="rId9"/>
    <p:sldId id="268" r:id="rId10"/>
    <p:sldId id="269" r:id="rId11"/>
    <p:sldId id="300" r:id="rId12"/>
    <p:sldId id="295" r:id="rId13"/>
    <p:sldId id="289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 userDrawn="1">
          <p15:clr>
            <a:srgbClr val="A4A3A4"/>
          </p15:clr>
        </p15:guide>
        <p15:guide id="2" pos="3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4400"/>
    <a:srgbClr val="446992"/>
    <a:srgbClr val="AEC2D8"/>
    <a:srgbClr val="98432A"/>
    <a:srgbClr val="44678D"/>
    <a:srgbClr val="263E5A"/>
    <a:srgbClr val="D6E0EB"/>
    <a:srgbClr val="728DAB"/>
    <a:srgbClr val="C95B3A"/>
    <a:srgbClr val="2D4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31" autoAdjust="0"/>
    <p:restoredTop sz="81702" autoAdjust="0"/>
  </p:normalViewPr>
  <p:slideViewPr>
    <p:cSldViewPr snapToGrid="0" showGuides="1">
      <p:cViewPr varScale="1">
        <p:scale>
          <a:sx n="103" d="100"/>
          <a:sy n="103" d="100"/>
        </p:scale>
        <p:origin x="1074" y="126"/>
      </p:cViewPr>
      <p:guideLst>
        <p:guide orient="horz" pos="1536"/>
        <p:guide pos="3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2491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7E3961-5613-64C6-63C3-6085D0CDAE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6D1F08-FF42-95F6-3130-AE63E56048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D26A2A-0A96-0647-84E5-C82F2EFD9474}" type="datetimeFigureOut">
              <a:rPr lang="en-US" smtClean="0"/>
              <a:t>5/14/2026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D5B35B-A046-EC3C-A80E-3D9D12C149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02DDE3-703C-8B4C-9506-EC0A39AACD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8DC1D1-B6C2-C644-8BF1-C34DBFFE1C7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793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0D2594CA-29C5-062F-2EA7-C593B096C62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9" name="Slide Image Placeholder 8">
            <a:extLst>
              <a:ext uri="{FF2B5EF4-FFF2-40B4-BE49-F238E27FC236}">
                <a16:creationId xmlns:a16="http://schemas.microsoft.com/office/drawing/2014/main" id="{E04BB896-BA64-B358-A066-15B96D23BC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EFA2818-7747-F326-294F-EEAC9BEF6EB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B76E0F0-B7F9-756A-3EA4-2114B75370E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0CF20C-6BCC-41A4-8C16-5A346425718D}" type="datetimeFigureOut">
              <a:rPr lang="en-US" smtClean="0"/>
              <a:t>5/14/2026</a:t>
            </a:fld>
            <a:endParaRPr lang="en-US" dirty="0"/>
          </a:p>
        </p:txBody>
      </p:sp>
      <p:sp>
        <p:nvSpPr>
          <p:cNvPr id="12" name="Notes Placeholder 11">
            <a:extLst>
              <a:ext uri="{FF2B5EF4-FFF2-40B4-BE49-F238E27FC236}">
                <a16:creationId xmlns:a16="http://schemas.microsoft.com/office/drawing/2014/main" id="{5161C21F-108C-0F07-CDDD-AFB8DDBF69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507CBA7-2A1E-725E-35DA-D1CFF08E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60679C-80C7-4E7D-9614-ABA41C5B28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665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bg-BG" sz="3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Уважаема г-жо Директор,  Уважаема комисия.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bg-BG" sz="3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Аз съм Рафие Молла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bg-BG" sz="3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Темата на моя дипломен проект е 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Система за компютърна сигурност чрез близост (Proximity Lock). </a:t>
            </a:r>
            <a:endParaRPr kumimoji="0" lang="bg-BG" sz="3600" b="0" i="0" u="none" strike="noStrike" kern="1200" cap="none" spc="0" normalizeH="0" baseline="0" noProof="0" dirty="0" smtClean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803019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Основната цел на проекта е създаването на система за компютърна сигурност чрез близост (Proximity Lock), която автоматично заключва компютъра при отдалечаване на потребителя и го отключва при неговото завръщане.</a:t>
            </a:r>
          </a:p>
          <a:p>
            <a:r>
              <a:rPr lang="ru-RU" dirty="0" smtClean="0"/>
              <a:t> За постигането на тази цел първоначално извърших анализ на компютърната сигурност и заплахите, като разгледах</a:t>
            </a:r>
            <a:r>
              <a:rPr lang="ru-RU" baseline="0" dirty="0" smtClean="0"/>
              <a:t> </a:t>
            </a:r>
            <a:r>
              <a:rPr lang="ru-RU" dirty="0" smtClean="0"/>
              <a:t>основните рискове и уязвимости в системите, както и възможностите за тяхното предотвратяване. След това изследвах</a:t>
            </a:r>
            <a:r>
              <a:rPr lang="ru-RU" baseline="0" dirty="0" smtClean="0"/>
              <a:t> </a:t>
            </a:r>
            <a:r>
              <a:rPr lang="ru-RU" dirty="0" smtClean="0"/>
              <a:t>различните методи за автентикация с цел намиране на по-надеждни начини за удостоверяване на потребителя. В рамките на проекта направих проучване на Bluetooth технологията, като анализирах нейните принципи на работа и възможностите ѝ за определяне на близост между устройства. На тази основа разработих софтуерен прототип, който реализира основната функционалност на системата. </a:t>
            </a:r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60679C-80C7-4E7D-9614-ABA41C5B285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2392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ru-RU" dirty="0" smtClean="0"/>
              <a:t>Основите на компютърната сигурност са свързани със защитата на системите и информацията от неоторизиран достъп и различни заплахи. Тя обхваща различни методи и технологии, които имат за цел да предпазят данните и устройствата от атаки и злоупотреби. В основата ѝ стои моделът CIA, който включва конфиденциалност, цялостност и наличност на информацията. Сигурността може да бъде както физическа</a:t>
            </a:r>
            <a:r>
              <a:rPr lang="en-US" baseline="0" dirty="0" smtClean="0"/>
              <a:t> - </a:t>
            </a:r>
            <a:r>
              <a:rPr lang="ru-RU" dirty="0" smtClean="0"/>
              <a:t>свързана със защитата на самото устройство, така и логическа – чрез софтуерни решения като пароли и защити. В рамките на моя проект това се прилага чрез автоматично заключване на компютъра, когато потребителят се отдалечи, което помага да се предотврати неоторизиран достъп.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3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8809061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ru-RU" dirty="0" smtClean="0"/>
              <a:t>Заплахите за компютърните системи могат да доведат до кражба, загуба или повреждане на информация. Най-често срещаните са Malware, фишинг атаки и неоторизиран достъп. Те могат да бъдат причинени както от технически проблеми, така и от човешки грешки. Съществуват и физически заплахи като кражба на устройства, пожар или повреда на хардуера.</a:t>
            </a:r>
          </a:p>
          <a:p>
            <a:r>
              <a:rPr lang="ru-RU" dirty="0" smtClean="0"/>
              <a:t>Компютърните системи са изложени на различни рискове като зловреден софтуер, хакерски атаки, кражба на данни и неоторизиран физически достъп до устройствата. За да се осигури по-добра защита, сигурността се разделя на два основни вида – физическа и логическа. Физическата сигурност е свързана със защитата на хардуера чрез мерки като контрол на достъпа и видеонаблюдение, докато логическата сигурност включва софтуерни решения като пароли и криптиране. Най-ефективна защита се постига, когато тези два вида сигурност се комбинират и работят заедно.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4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3774609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ru-RU" dirty="0" smtClean="0"/>
              <a:t>Автентикацията е начинът, по който системата проверява дали потребителят е този, за когото се представя. Това става чрез три основни неща – нещо, което знае (като парола), нещо, </a:t>
            </a:r>
            <a:r>
              <a:rPr lang="ru-RU" smtClean="0"/>
              <a:t>което имаме </a:t>
            </a:r>
            <a:r>
              <a:rPr lang="ru-RU" dirty="0" smtClean="0"/>
              <a:t>(например телефон или токен) и нещо, което е (като пръстов отпечатък или лице). Когато се използват повече от един от тези фактори, се получава по-сигурен метод, наречен многофакторна автентикация. Токените допълнително повишават сигурността, защото могат да генерират временни кодове или да показват, че потребителят наистина е наблизо. 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5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0938003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Proximity Lock системите работят на принципа на близост между потребителя и устройството. Когато човекът се отдалечи от компютъра или другото защитено устройство, системата автоматично го заключва, без да е нужно ръчно действие. А когато потребителят се върне обратно в обхвата, устройството може да се отключи отново.</a:t>
            </a:r>
          </a:p>
          <a:p>
            <a:r>
              <a:rPr lang="ru-RU" dirty="0" smtClean="0"/>
              <a:t>Този тип защита има няколко важни предимства. Първо, тя автоматизира сигурността и така не зависи изцяло от това дали човек ще заключи устройството си. Второ, намалява се рискът от човешки грешки, като например забравено отключено устройство. И трето, осигурява по-високо ниво на защита, особено когато става дума за физически достъп до компютри и чувствителна информация.</a:t>
            </a:r>
          </a:p>
          <a:p>
            <a:r>
              <a:rPr lang="ru-RU" dirty="0" smtClean="0"/>
              <a:t>Като цяло, това е удобен и надежден начин за по-добра сигурност в ежедневната работа с устройства.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60679C-80C7-4E7D-9614-ABA41C5B2858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9958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Bluetooth е безжична технология, която позволява устройства да се свързват и обменят информация на близко разстояние. Тя работи в честотния диапазон около 2.4 GHz и се използва в много ежедневни устройства като слушалки, телефони, компютри и други.</a:t>
            </a:r>
          </a:p>
          <a:p>
            <a:r>
              <a:rPr lang="ru-RU" dirty="0" smtClean="0"/>
              <a:t>По-нов вариант на тази технология е Bluetooth Low Energy (BLE). Той е създаден така, че да използва много по-малко енергия, което го прави подходящ за устройства, които трябва да работят дълго време с батерия. BLE се използва най-често за кратки връзки и бърз обмен на данни, вместо за постоянна комуникация.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60679C-80C7-4E7D-9614-ABA41C5B2858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1601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Системата е съставена от две основни части – хардуерна и софтуерна. Като хардуер се използва </a:t>
            </a:r>
            <a:r>
              <a:rPr lang="ru-RU" smtClean="0"/>
              <a:t>Bluetooth </a:t>
            </a:r>
            <a:r>
              <a:rPr lang="ru-RU" smtClean="0"/>
              <a:t>токен, </a:t>
            </a:r>
            <a:r>
              <a:rPr lang="ru-RU" dirty="0" smtClean="0"/>
              <a:t>а от софтуерна страна е разработена програма на Python, която управлява целия процес.</a:t>
            </a:r>
          </a:p>
          <a:p>
            <a:r>
              <a:rPr lang="ru-RU" dirty="0" smtClean="0"/>
              <a:t>Основната идея на системата е да се следи силата на Bluetooth сигнала (RSSI). Чрез нея се прави приблизителна преценка на разстоянието между потребителя и компютъра. Ако сигналът отслабне, това означава, че човекът се отдалечава, а ако се засили – че се приближава.</a:t>
            </a:r>
          </a:p>
          <a:p>
            <a:r>
              <a:rPr lang="ru-RU" dirty="0" smtClean="0"/>
              <a:t>Въз основа на тези данни е създаден алгоритъм, който взема автоматично решения кога устройството да се заключи и кога да се отключи. Така системата работи интелигентно и осигурява автоматична защита според присъствието на потребителя.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60679C-80C7-4E7D-9614-ABA41C5B2858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7154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ru-RU" dirty="0" smtClean="0"/>
              <a:t>В процеса на реализация е изграден работещ прототип, който работи във фонов режим, без да пречи на нормалната работа на компютъра. Системата е съставена от няколко основни компонента, които заедно осигуряват нейното функциониране.</a:t>
            </a:r>
          </a:p>
          <a:p>
            <a:r>
              <a:rPr lang="ru-RU" dirty="0" smtClean="0"/>
              <a:t>Един от тях е BLE Scanner, който открива и следи Bluetooth устройството. Освен това се използва конфигурационен файл (config.ini), в който се задават различни настройки на системата. Важна част е и алгоритъмът, който обработва получените сигнали и взема решения на тяхна база.</a:t>
            </a:r>
          </a:p>
          <a:p>
            <a:r>
              <a:rPr lang="ru-RU" dirty="0" smtClean="0"/>
              <a:t>По време на разработката е възникнал проблем с нестабилния Bluetooth сигнал, който понякога е водел до грешни действия. За да се реши това, е приложен метод (Moving Average), който изглажда колебанията в сигнала, както и таймаут механизъм, който предотвратява прибързани реакции.</a:t>
            </a:r>
          </a:p>
          <a:p>
            <a:r>
              <a:rPr lang="ru-RU" dirty="0" smtClean="0"/>
              <a:t>Благодарение на тези решения системата става по-стабилна и се избягват фалшиви заключвания или отключвания.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9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243314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10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1818200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Shape 33">
            <a:extLst>
              <a:ext uri="{FF2B5EF4-FFF2-40B4-BE49-F238E27FC236}">
                <a16:creationId xmlns:a16="http://schemas.microsoft.com/office/drawing/2014/main" id="{4D81E37E-7366-D88D-83B8-BBA577CA462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97686" y="106446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pic>
        <p:nvPicPr>
          <p:cNvPr id="12" name="Shape 31">
            <a:extLst>
              <a:ext uri="{FF2B5EF4-FFF2-40B4-BE49-F238E27FC236}">
                <a16:creationId xmlns:a16="http://schemas.microsoft.com/office/drawing/2014/main" id="{A2E096B7-3B4F-355B-58E5-41784AC8BE2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284315" y="398445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292" y="731520"/>
            <a:ext cx="5029200" cy="3291840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cxnSp>
        <p:nvCxnSpPr>
          <p:cNvPr id="24" name="Straight Connector 2">
            <a:extLst>
              <a:ext uri="{FF2B5EF4-FFF2-40B4-BE49-F238E27FC236}">
                <a16:creationId xmlns:a16="http://schemas.microsoft.com/office/drawing/2014/main" id="{F1FCCFDB-D985-4322-AC87-F69214893708}"/>
              </a:ext>
            </a:extLst>
          </p:cNvPr>
          <p:cNvCxnSpPr/>
          <p:nvPr userDrawn="1"/>
        </p:nvCxnSpPr>
        <p:spPr>
          <a:xfrm>
            <a:off x="1168533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47" name="Content placeholder 47">
            <a:extLst>
              <a:ext uri="{FF2B5EF4-FFF2-40B4-BE49-F238E27FC236}">
                <a16:creationId xmlns:a16="http://schemas.microsoft.com/office/drawing/2014/main" id="{0FFAAB58-ABE4-41AC-B94E-432936CE030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742557" y="821836"/>
            <a:ext cx="4405503" cy="5066346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9ECA281C-F2CB-AE9D-DCD6-F94D3FEE2E67}"/>
              </a:ext>
            </a:extLst>
          </p:cNvPr>
          <p:cNvSpPr/>
          <p:nvPr userDrawn="1"/>
        </p:nvSpPr>
        <p:spPr>
          <a:xfrm>
            <a:off x="7441324" y="5568778"/>
            <a:ext cx="829927" cy="949454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649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5518B595-5A04-0768-52B1-73F11E47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73CCCCFD-E0FE-BDB7-CF9D-FCA345E6BA5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394325" y="3429000"/>
            <a:ext cx="3475038" cy="2378075"/>
          </a:xfrm>
        </p:spPr>
        <p:txBody>
          <a:bodyPr anchor="ctr"/>
          <a:lstStyle>
            <a:lvl1pPr marL="347472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reeform: Shape 4">
            <a:extLst>
              <a:ext uri="{FF2B5EF4-FFF2-40B4-BE49-F238E27FC236}">
                <a16:creationId xmlns:a16="http://schemas.microsoft.com/office/drawing/2014/main" id="{AE722AFD-22D7-4BD8-B055-3867C3800E16}"/>
              </a:ext>
            </a:extLst>
          </p:cNvPr>
          <p:cNvSpPr/>
          <p:nvPr userDrawn="1"/>
        </p:nvSpPr>
        <p:spPr>
          <a:xfrm>
            <a:off x="6282845" y="525294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D0355E4-3980-42A9-9376-74163520D39D}"/>
              </a:ext>
            </a:extLst>
          </p:cNvPr>
          <p:cNvSpPr/>
          <p:nvPr userDrawn="1"/>
        </p:nvSpPr>
        <p:spPr>
          <a:xfrm>
            <a:off x="8375472" y="496110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D430ED-A815-4274-966C-8192C4230569}"/>
              </a:ext>
            </a:extLst>
          </p:cNvPr>
          <p:cNvSpPr/>
          <p:nvPr userDrawn="1"/>
        </p:nvSpPr>
        <p:spPr>
          <a:xfrm>
            <a:off x="9403474" y="231031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0B88ADED-0863-78D3-7710-E131932E965F}"/>
              </a:ext>
            </a:extLst>
          </p:cNvPr>
          <p:cNvSpPr/>
          <p:nvPr userDrawn="1"/>
        </p:nvSpPr>
        <p:spPr>
          <a:xfrm>
            <a:off x="10460480" y="505838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8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2435EB1-8BEE-9EEE-D9E4-E53D56B7E09C}"/>
              </a:ext>
            </a:extLst>
          </p:cNvPr>
          <p:cNvSpPr/>
          <p:nvPr userDrawn="1"/>
        </p:nvSpPr>
        <p:spPr>
          <a:xfrm>
            <a:off x="11498097" y="2436654"/>
            <a:ext cx="698022" cy="1868948"/>
          </a:xfrm>
          <a:custGeom>
            <a:avLst/>
            <a:gdLst>
              <a:gd name="connsiteX0" fmla="*/ 698022 w 698022"/>
              <a:gd name="connsiteY0" fmla="*/ 0 h 1868948"/>
              <a:gd name="connsiteX1" fmla="*/ 698022 w 698022"/>
              <a:gd name="connsiteY1" fmla="*/ 1868948 h 1868948"/>
              <a:gd name="connsiteX2" fmla="*/ 0 w 698022"/>
              <a:gd name="connsiteY2" fmla="*/ 1477709 h 1868948"/>
              <a:gd name="connsiteX3" fmla="*/ 0 w 698022"/>
              <a:gd name="connsiteY3" fmla="*/ 397939 h 1868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8022" h="1868948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2692688E-3654-181E-6244-F2CED7612746}"/>
              </a:ext>
            </a:extLst>
          </p:cNvPr>
          <p:cNvSpPr/>
          <p:nvPr userDrawn="1"/>
        </p:nvSpPr>
        <p:spPr>
          <a:xfrm>
            <a:off x="10460480" y="4114794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9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6B1A7E0-D0BF-7FCA-D296-94BFC0D611C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AC10D1-DF42-8734-0793-84312B963E6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4C8F37E-3F74-F3FA-C9D8-7083DF2BBECC}"/>
              </a:ext>
            </a:extLst>
          </p:cNvPr>
          <p:cNvSpPr/>
          <p:nvPr userDrawn="1"/>
        </p:nvSpPr>
        <p:spPr>
          <a:xfrm>
            <a:off x="7325349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FB905CE6-1C2F-E053-4D14-6B86F4EFDC10}"/>
              </a:ext>
            </a:extLst>
          </p:cNvPr>
          <p:cNvSpPr/>
          <p:nvPr userDrawn="1"/>
        </p:nvSpPr>
        <p:spPr>
          <a:xfrm>
            <a:off x="9416816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: Shape 12">
            <a:extLst>
              <a:ext uri="{FF2B5EF4-FFF2-40B4-BE49-F238E27FC236}">
                <a16:creationId xmlns:a16="http://schemas.microsoft.com/office/drawing/2014/main" id="{0B2D3BF4-495E-23C2-9911-15BC9E0D8EA7}"/>
              </a:ext>
            </a:extLst>
          </p:cNvPr>
          <p:cNvSpPr/>
          <p:nvPr userDrawn="1"/>
        </p:nvSpPr>
        <p:spPr>
          <a:xfrm>
            <a:off x="1571157" y="505838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2629C19-89EB-BC19-9230-7F7675E16EFF}"/>
              </a:ext>
            </a:extLst>
          </p:cNvPr>
          <p:cNvSpPr/>
          <p:nvPr userDrawn="1"/>
        </p:nvSpPr>
        <p:spPr>
          <a:xfrm>
            <a:off x="521034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2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34811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anchor="b">
            <a:normAutofit/>
          </a:bodyPr>
          <a:lstStyle/>
          <a:p>
            <a:r>
              <a:rPr lang="en-US" noProof="0" dirty="0"/>
              <a:t>Click to edit Master title style</a:t>
            </a:r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2" name="Freeform: Shape 5">
            <a:extLst>
              <a:ext uri="{FF2B5EF4-FFF2-40B4-BE49-F238E27FC236}">
                <a16:creationId xmlns:a16="http://schemas.microsoft.com/office/drawing/2014/main" id="{B17C1EC9-3787-8D41-B5F1-BF16FD5C7ACB}"/>
              </a:ext>
            </a:extLst>
          </p:cNvPr>
          <p:cNvSpPr/>
          <p:nvPr userDrawn="1"/>
        </p:nvSpPr>
        <p:spPr>
          <a:xfrm>
            <a:off x="3843559" y="722518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Freeform: Shape 6">
            <a:extLst>
              <a:ext uri="{FF2B5EF4-FFF2-40B4-BE49-F238E27FC236}">
                <a16:creationId xmlns:a16="http://schemas.microsoft.com/office/drawing/2014/main" id="{E945D8B2-8BED-B43F-8D56-AB19D0D29970}"/>
              </a:ext>
            </a:extLst>
          </p:cNvPr>
          <p:cNvSpPr/>
          <p:nvPr userDrawn="1"/>
        </p:nvSpPr>
        <p:spPr>
          <a:xfrm>
            <a:off x="1223929" y="1436914"/>
            <a:ext cx="2857005" cy="326977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600" noProof="0" dirty="0"/>
          </a:p>
        </p:txBody>
      </p:sp>
      <p:sp>
        <p:nvSpPr>
          <p:cNvPr id="5" name="Freeform: Shape 7">
            <a:extLst>
              <a:ext uri="{FF2B5EF4-FFF2-40B4-BE49-F238E27FC236}">
                <a16:creationId xmlns:a16="http://schemas.microsoft.com/office/drawing/2014/main" id="{3853EA5E-735A-20F3-684A-C0AD030EC2D4}"/>
              </a:ext>
            </a:extLst>
          </p:cNvPr>
          <p:cNvSpPr/>
          <p:nvPr userDrawn="1"/>
        </p:nvSpPr>
        <p:spPr>
          <a:xfrm>
            <a:off x="758702" y="3457554"/>
            <a:ext cx="1208037" cy="138175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75DB4848-0824-8316-ED27-44DF37AD6F3D}"/>
              </a:ext>
            </a:extLst>
          </p:cNvPr>
          <p:cNvSpPr/>
          <p:nvPr userDrawn="1"/>
        </p:nvSpPr>
        <p:spPr>
          <a:xfrm>
            <a:off x="2917915" y="4662164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7" name="Straight Connector 2">
            <a:extLst>
              <a:ext uri="{FF2B5EF4-FFF2-40B4-BE49-F238E27FC236}">
                <a16:creationId xmlns:a16="http://schemas.microsoft.com/office/drawing/2014/main" id="{8784B377-2FE4-4091-C29F-46938ECFA73E}"/>
              </a:ext>
            </a:extLst>
          </p:cNvPr>
          <p:cNvCxnSpPr/>
          <p:nvPr userDrawn="1"/>
        </p:nvCxnSpPr>
        <p:spPr>
          <a:xfrm>
            <a:off x="5998709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2612047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E820F9CA-E84D-E159-524A-398712EC6AFE}"/>
              </a:ext>
            </a:extLst>
          </p:cNvPr>
          <p:cNvGrpSpPr/>
          <p:nvPr userDrawn="1"/>
        </p:nvGrpSpPr>
        <p:grpSpPr>
          <a:xfrm>
            <a:off x="879765" y="-10376"/>
            <a:ext cx="10794247" cy="1864808"/>
            <a:chOff x="879765" y="-10376"/>
            <a:chExt cx="10794247" cy="1864808"/>
          </a:xfrm>
        </p:grpSpPr>
        <p:sp>
          <p:nvSpPr>
            <p:cNvPr id="12" name="Freeform: Shape 12">
              <a:extLst>
                <a:ext uri="{FF2B5EF4-FFF2-40B4-BE49-F238E27FC236}">
                  <a16:creationId xmlns:a16="http://schemas.microsoft.com/office/drawing/2014/main" id="{7674207A-3643-0D40-E3B5-F11FCACBAA74}"/>
                </a:ext>
              </a:extLst>
            </p:cNvPr>
            <p:cNvSpPr/>
            <p:nvPr/>
          </p:nvSpPr>
          <p:spPr>
            <a:xfrm>
              <a:off x="8893126" y="35193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7" name="Freeform: Shape 12">
              <a:extLst>
                <a:ext uri="{FF2B5EF4-FFF2-40B4-BE49-F238E27FC236}">
                  <a16:creationId xmlns:a16="http://schemas.microsoft.com/office/drawing/2014/main" id="{9619B847-88FE-63C2-96AC-161C08F5934F}"/>
                </a:ext>
              </a:extLst>
            </p:cNvPr>
            <p:cNvSpPr/>
            <p:nvPr/>
          </p:nvSpPr>
          <p:spPr>
            <a:xfrm>
              <a:off x="5985740" y="345168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228172F9-6711-D31B-2F7B-A4ECDEAB360C}"/>
                </a:ext>
              </a:extLst>
            </p:cNvPr>
            <p:cNvSpPr/>
            <p:nvPr/>
          </p:nvSpPr>
          <p:spPr>
            <a:xfrm>
              <a:off x="5255120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1732E38F-F657-48F0-5783-63C7EDB52F87}"/>
                </a:ext>
              </a:extLst>
            </p:cNvPr>
            <p:cNvSpPr/>
            <p:nvPr/>
          </p:nvSpPr>
          <p:spPr>
            <a:xfrm>
              <a:off x="6710252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0" name="Freeform: Shape 12">
              <a:extLst>
                <a:ext uri="{FF2B5EF4-FFF2-40B4-BE49-F238E27FC236}">
                  <a16:creationId xmlns:a16="http://schemas.microsoft.com/office/drawing/2014/main" id="{601F8F38-CEFA-8374-19C9-69BA4F7D10DF}"/>
                </a:ext>
              </a:extLst>
            </p:cNvPr>
            <p:cNvSpPr/>
            <p:nvPr/>
          </p:nvSpPr>
          <p:spPr>
            <a:xfrm>
              <a:off x="1610385" y="35193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noFill/>
            <a:ln w="190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11" name="Freeform 9">
              <a:extLst>
                <a:ext uri="{FF2B5EF4-FFF2-40B4-BE49-F238E27FC236}">
                  <a16:creationId xmlns:a16="http://schemas.microsoft.com/office/drawing/2014/main" id="{0659428E-002A-3B5E-D9E8-A2B206826D40}"/>
                </a:ext>
              </a:extLst>
            </p:cNvPr>
            <p:cNvSpPr/>
            <p:nvPr/>
          </p:nvSpPr>
          <p:spPr>
            <a:xfrm>
              <a:off x="879765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F3F6BB30-EA63-53B6-1493-0B0220BC1FF8}"/>
                </a:ext>
              </a:extLst>
            </p:cNvPr>
            <p:cNvSpPr/>
            <p:nvPr/>
          </p:nvSpPr>
          <p:spPr>
            <a:xfrm>
              <a:off x="2336512" y="-10376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3B6E5B6F-28D6-E7F3-B009-0B5623E38F22}"/>
                </a:ext>
              </a:extLst>
            </p:cNvPr>
            <p:cNvSpPr/>
            <p:nvPr/>
          </p:nvSpPr>
          <p:spPr>
            <a:xfrm>
              <a:off x="8160084" y="-10376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4817D92F-B8AA-2300-DC90-9AA1D5E54408}"/>
                </a:ext>
              </a:extLst>
            </p:cNvPr>
            <p:cNvSpPr/>
            <p:nvPr/>
          </p:nvSpPr>
          <p:spPr>
            <a:xfrm>
              <a:off x="9615216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2">
              <a:extLst>
                <a:ext uri="{FF2B5EF4-FFF2-40B4-BE49-F238E27FC236}">
                  <a16:creationId xmlns:a16="http://schemas.microsoft.com/office/drawing/2014/main" id="{F40AC1C2-6632-AEFE-E7DF-2E1BB06D857A}"/>
                </a:ext>
              </a:extLst>
            </p:cNvPr>
            <p:cNvSpPr/>
            <p:nvPr/>
          </p:nvSpPr>
          <p:spPr>
            <a:xfrm>
              <a:off x="10342958" y="32052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2487168"/>
            <a:ext cx="4572000" cy="3383280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7920" y="2487168"/>
            <a:ext cx="5029200" cy="338328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78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200400"/>
            <a:ext cx="5029200" cy="2743200"/>
          </a:xfrm>
        </p:spPr>
        <p:txBody>
          <a:bodyPr anchor="t">
            <a:normAutofit/>
          </a:bodyPr>
          <a:lstStyle>
            <a:lvl1pPr>
              <a:defRPr sz="4800"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pic>
        <p:nvPicPr>
          <p:cNvPr id="10" name="Picture Placeholder 31">
            <a:extLst>
              <a:ext uri="{FF2B5EF4-FFF2-40B4-BE49-F238E27FC236}">
                <a16:creationId xmlns:a16="http://schemas.microsoft.com/office/drawing/2014/main" id="{373D33A6-83B0-5538-2873-8856E4E60DC0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504265" y="3029080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accent5">
              <a:alpha val="30000"/>
            </a:schemeClr>
          </a:solidFill>
        </p:spPr>
      </p:pic>
      <p:sp>
        <p:nvSpPr>
          <p:cNvPr id="7" name="Content placeholder 47">
            <a:extLst>
              <a:ext uri="{FF2B5EF4-FFF2-40B4-BE49-F238E27FC236}">
                <a16:creationId xmlns:a16="http://schemas.microsoft.com/office/drawing/2014/main" id="{3944D979-8121-82AA-A130-38072F1EA83F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1872" y="2240280"/>
            <a:ext cx="5029200" cy="76028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5" name="Freeform: Shape 25">
            <a:extLst>
              <a:ext uri="{FF2B5EF4-FFF2-40B4-BE49-F238E27FC236}">
                <a16:creationId xmlns:a16="http://schemas.microsoft.com/office/drawing/2014/main" id="{8A1DBD66-3066-DF70-EF94-95DF0D7A6503}"/>
              </a:ext>
            </a:extLst>
          </p:cNvPr>
          <p:cNvSpPr/>
          <p:nvPr userDrawn="1"/>
        </p:nvSpPr>
        <p:spPr>
          <a:xfrm flipH="1">
            <a:off x="7400972" y="4594440"/>
            <a:ext cx="1347680" cy="158117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D2CC929C-40BF-4EF5-7910-7F657CAF8CA9}"/>
              </a:ext>
            </a:extLst>
          </p:cNvPr>
          <p:cNvSpPr/>
          <p:nvPr userDrawn="1"/>
        </p:nvSpPr>
        <p:spPr>
          <a:xfrm>
            <a:off x="6521016" y="4772906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9" name="Straight Connector 2">
            <a:extLst>
              <a:ext uri="{FF2B5EF4-FFF2-40B4-BE49-F238E27FC236}">
                <a16:creationId xmlns:a16="http://schemas.microsoft.com/office/drawing/2014/main" id="{66E94398-47F0-267C-6791-5C30B1CEF496}"/>
              </a:ext>
            </a:extLst>
          </p:cNvPr>
          <p:cNvCxnSpPr/>
          <p:nvPr userDrawn="1"/>
        </p:nvCxnSpPr>
        <p:spPr>
          <a:xfrm>
            <a:off x="1142663" y="2282891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777926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4">
            <a:extLst>
              <a:ext uri="{FF2B5EF4-FFF2-40B4-BE49-F238E27FC236}">
                <a16:creationId xmlns:a16="http://schemas.microsoft.com/office/drawing/2014/main" id="{05751864-B11A-0286-13EA-2AC2A2C8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663440" cy="17373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sz="3600"/>
            </a:lvl1pPr>
          </a:lstStyle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7A93C-2947-B6E4-C693-7C485DDC0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486400" cy="17373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A3F288-990F-014E-F099-1E3091477CA7}"/>
              </a:ext>
            </a:extLst>
          </p:cNvPr>
          <p:cNvSpPr>
            <a:spLocks noGrp="1"/>
          </p:cNvSpPr>
          <p:nvPr>
            <p:ph idx="30"/>
          </p:nvPr>
        </p:nvSpPr>
        <p:spPr>
          <a:xfrm>
            <a:off x="914400" y="2743200"/>
            <a:ext cx="8348472" cy="337413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3F619E6B-153E-B522-47EB-4104C405736C}"/>
              </a:ext>
            </a:extLst>
          </p:cNvPr>
          <p:cNvSpPr/>
          <p:nvPr userDrawn="1"/>
        </p:nvSpPr>
        <p:spPr>
          <a:xfrm>
            <a:off x="10551278" y="4665388"/>
            <a:ext cx="603952" cy="68174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87A7B3D-E004-6D6A-5979-8F1BADBC9237}"/>
              </a:ext>
            </a:extLst>
          </p:cNvPr>
          <p:cNvSpPr/>
          <p:nvPr userDrawn="1"/>
        </p:nvSpPr>
        <p:spPr>
          <a:xfrm>
            <a:off x="10524774" y="5146146"/>
            <a:ext cx="1667226" cy="1711855"/>
          </a:xfrm>
          <a:custGeom>
            <a:avLst/>
            <a:gdLst>
              <a:gd name="connsiteX0" fmla="*/ 998834 w 1667226"/>
              <a:gd name="connsiteY0" fmla="*/ 0 h 1711855"/>
              <a:gd name="connsiteX1" fmla="*/ 1667226 w 1667226"/>
              <a:gd name="connsiteY1" fmla="*/ 373790 h 1711855"/>
              <a:gd name="connsiteX2" fmla="*/ 1667226 w 1667226"/>
              <a:gd name="connsiteY2" fmla="*/ 1711855 h 1711855"/>
              <a:gd name="connsiteX3" fmla="*/ 48502 w 1667226"/>
              <a:gd name="connsiteY3" fmla="*/ 1711855 h 1711855"/>
              <a:gd name="connsiteX4" fmla="*/ 0 w 1667226"/>
              <a:gd name="connsiteY4" fmla="*/ 1684915 h 1711855"/>
              <a:gd name="connsiteX5" fmla="*/ 0 w 1667226"/>
              <a:gd name="connsiteY5" fmla="*/ 564300 h 1711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67226" h="1711855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A4CA3A93-BDBF-112D-54A0-05BF6B06BCC1}"/>
              </a:ext>
            </a:extLst>
          </p:cNvPr>
          <p:cNvSpPr/>
          <p:nvPr userDrawn="1"/>
        </p:nvSpPr>
        <p:spPr>
          <a:xfrm>
            <a:off x="10177285" y="5347130"/>
            <a:ext cx="748554" cy="85636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7A154B-D8F5-C1FB-307D-496380875BD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28715E-D2CE-A33E-1A28-4E627F239BB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121256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C1D3CF-F6AF-93EB-C40E-C278E5844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393192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317990C-ED42-30BE-0501-F9C5B4A48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931920" cy="26517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AC62875-1B1B-E814-6549-162A8DBF8929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5745002" y="0"/>
            <a:ext cx="6446999" cy="6858000"/>
          </a:xfrm>
          <a:custGeom>
            <a:avLst/>
            <a:gdLst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>
              <a:buNone/>
              <a:defRPr sz="1600"/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F6C45B-70BB-86F1-1866-F93BEC26ACF8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0044D-485D-043B-9D5B-C01AA8E06447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1FB993-29E1-3DBD-8335-7970016F8DE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03802" y="480395"/>
            <a:ext cx="1896941" cy="217161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rgbClr val="C95B3A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rgbClr val="F7D952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61259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3">
            <a:extLst>
              <a:ext uri="{FF2B5EF4-FFF2-40B4-BE49-F238E27FC236}">
                <a16:creationId xmlns:a16="http://schemas.microsoft.com/office/drawing/2014/main" id="{12BFFCE7-C68B-4904-8795-9589C3F38FD4}"/>
              </a:ext>
            </a:extLst>
          </p:cNvPr>
          <p:cNvSpPr/>
          <p:nvPr userDrawn="1"/>
        </p:nvSpPr>
        <p:spPr>
          <a:xfrm>
            <a:off x="636161" y="5854024"/>
            <a:ext cx="2330137" cy="708120"/>
          </a:xfrm>
          <a:prstGeom prst="rect">
            <a:avLst/>
          </a:prstGeom>
          <a:solidFill>
            <a:srgbClr val="0F26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reeform: Shape 19">
            <a:extLst>
              <a:ext uri="{FF2B5EF4-FFF2-40B4-BE49-F238E27FC236}">
                <a16:creationId xmlns:a16="http://schemas.microsoft.com/office/drawing/2014/main" id="{9D307BA6-8A60-85D7-CC8B-894256DC4B90}"/>
              </a:ext>
            </a:extLst>
          </p:cNvPr>
          <p:cNvSpPr/>
          <p:nvPr userDrawn="1"/>
        </p:nvSpPr>
        <p:spPr>
          <a:xfrm>
            <a:off x="8517470" y="2248218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7" name="Freeform: Shape 19">
            <a:extLst>
              <a:ext uri="{FF2B5EF4-FFF2-40B4-BE49-F238E27FC236}">
                <a16:creationId xmlns:a16="http://schemas.microsoft.com/office/drawing/2014/main" id="{F38B75F8-75D4-4B41-B7C7-433032DD0A6F}"/>
              </a:ext>
            </a:extLst>
          </p:cNvPr>
          <p:cNvSpPr/>
          <p:nvPr userDrawn="1"/>
        </p:nvSpPr>
        <p:spPr>
          <a:xfrm>
            <a:off x="9578882" y="460803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24">
            <a:extLst>
              <a:ext uri="{FF2B5EF4-FFF2-40B4-BE49-F238E27FC236}">
                <a16:creationId xmlns:a16="http://schemas.microsoft.com/office/drawing/2014/main" id="{671D1224-EDDC-4900-92DC-13608D44C524}"/>
              </a:ext>
            </a:extLst>
          </p:cNvPr>
          <p:cNvSpPr/>
          <p:nvPr userDrawn="1"/>
        </p:nvSpPr>
        <p:spPr>
          <a:xfrm>
            <a:off x="9522496" y="4057904"/>
            <a:ext cx="1886359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35A9E44-4E60-1AD1-0B85-72422683B48A}"/>
              </a:ext>
            </a:extLst>
          </p:cNvPr>
          <p:cNvSpPr/>
          <p:nvPr userDrawn="1"/>
        </p:nvSpPr>
        <p:spPr>
          <a:xfrm>
            <a:off x="11034052" y="3709992"/>
            <a:ext cx="1173188" cy="150283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D041C638-CBB8-1159-9AF8-B5D14CC7B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1773936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34C76-4814-6AFA-CEFD-F82B9ED9B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42F254A-B4C7-D072-FEB9-22F9A2B0CA64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475488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DBF4DF-D0B4-1DA6-0271-5D4033A9C19C}"/>
              </a:ext>
            </a:extLst>
          </p:cNvPr>
          <p:cNvSpPr>
            <a:spLocks noGrp="1"/>
          </p:cNvSpPr>
          <p:nvPr>
            <p:ph type="ftr" sz="quarter" idx="5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7335A-F59E-2A6C-D2D6-F10391DA8D6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6136463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389120" cy="2103120"/>
          </a:xfrm>
        </p:spPr>
        <p:txBody>
          <a:bodyPr anchor="b" anchorCtr="0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403123E-E3E0-5E2A-E1FB-EC28A2C68EE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14400" y="3108960"/>
            <a:ext cx="4389120" cy="192024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B0A6B95-C59B-C125-7957-8C41B3789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367528" cy="521208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18CD2E87-8426-FC12-6665-A6E2F64FEA93}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-9525" y="5039331"/>
            <a:ext cx="986377" cy="128016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D35CF771-1335-6C94-6AA8-AF68EADDDF00}"/>
              </a:ext>
            </a:extLst>
          </p:cNvPr>
          <p:cNvSpPr/>
          <p:nvPr userDrawn="1"/>
        </p:nvSpPr>
        <p:spPr>
          <a:xfrm>
            <a:off x="1140014" y="5142797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bg2">
                <a:lumMod val="7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243908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7671816" cy="2103120"/>
          </a:xfrm>
        </p:spPr>
        <p:txBody>
          <a:bodyPr anchor="b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296AFE-5FB8-52A4-3111-3B53DBE4DB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14400" y="3200400"/>
            <a:ext cx="10149840" cy="28346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Freeform: Shape 12">
            <a:extLst>
              <a:ext uri="{FF2B5EF4-FFF2-40B4-BE49-F238E27FC236}">
                <a16:creationId xmlns:a16="http://schemas.microsoft.com/office/drawing/2014/main" id="{809C5320-0161-C582-141C-55F06D4F3BAE}"/>
              </a:ext>
            </a:extLst>
          </p:cNvPr>
          <p:cNvSpPr/>
          <p:nvPr userDrawn="1"/>
        </p:nvSpPr>
        <p:spPr>
          <a:xfrm>
            <a:off x="8893126" y="351937"/>
            <a:ext cx="1331054" cy="150249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9C982F3-4477-76AC-0429-350585A39FFA}"/>
              </a:ext>
            </a:extLst>
          </p:cNvPr>
          <p:cNvSpPr/>
          <p:nvPr userDrawn="1"/>
        </p:nvSpPr>
        <p:spPr>
          <a:xfrm>
            <a:off x="5255120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5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7">
            <a:extLst>
              <a:ext uri="{FF2B5EF4-FFF2-40B4-BE49-F238E27FC236}">
                <a16:creationId xmlns:a16="http://schemas.microsoft.com/office/drawing/2014/main" id="{87A8F7B2-0552-AAD4-9DE2-845DE10CA10A}"/>
              </a:ext>
            </a:extLst>
          </p:cNvPr>
          <p:cNvSpPr/>
          <p:nvPr userDrawn="1"/>
        </p:nvSpPr>
        <p:spPr>
          <a:xfrm>
            <a:off x="6710252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395DA7FF-BAA0-F04C-CA6C-16E9C2D55593}"/>
              </a:ext>
            </a:extLst>
          </p:cNvPr>
          <p:cNvSpPr/>
          <p:nvPr userDrawn="1"/>
        </p:nvSpPr>
        <p:spPr>
          <a:xfrm>
            <a:off x="879765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68D9CEC-53B7-B8DC-B77E-E3F86681879C}"/>
              </a:ext>
            </a:extLst>
          </p:cNvPr>
          <p:cNvSpPr/>
          <p:nvPr userDrawn="1"/>
        </p:nvSpPr>
        <p:spPr>
          <a:xfrm>
            <a:off x="2336512" y="-9525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9222D4D6-56B1-C4C3-0E51-FB22F0CD902B}"/>
              </a:ext>
            </a:extLst>
          </p:cNvPr>
          <p:cNvSpPr/>
          <p:nvPr userDrawn="1"/>
        </p:nvSpPr>
        <p:spPr>
          <a:xfrm>
            <a:off x="8160084" y="-10376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E6292F0-9E78-C98C-097B-30DEBBC1B179}"/>
              </a:ext>
            </a:extLst>
          </p:cNvPr>
          <p:cNvSpPr/>
          <p:nvPr userDrawn="1"/>
        </p:nvSpPr>
        <p:spPr>
          <a:xfrm>
            <a:off x="9615216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Freeform: Shape 12">
            <a:extLst>
              <a:ext uri="{FF2B5EF4-FFF2-40B4-BE49-F238E27FC236}">
                <a16:creationId xmlns:a16="http://schemas.microsoft.com/office/drawing/2014/main" id="{315817B3-76DB-FDD0-60F7-E385C0E84F58}"/>
              </a:ext>
            </a:extLst>
          </p:cNvPr>
          <p:cNvSpPr/>
          <p:nvPr userDrawn="1"/>
        </p:nvSpPr>
        <p:spPr>
          <a:xfrm>
            <a:off x="10342958" y="320527"/>
            <a:ext cx="1331054" cy="150249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</p:spTree>
    <p:extLst>
      <p:ext uri="{BB962C8B-B14F-4D97-AF65-F5344CB8AC3E}">
        <p14:creationId xmlns:p14="http://schemas.microsoft.com/office/powerpoint/2010/main" val="3891712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4">
            <a:extLst>
              <a:ext uri="{FF2B5EF4-FFF2-40B4-BE49-F238E27FC236}">
                <a16:creationId xmlns:a16="http://schemas.microsoft.com/office/drawing/2014/main" id="{F73BF8E3-2426-5D65-6582-D4B03C765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2" name="Content placeholder 47">
            <a:extLst>
              <a:ext uri="{FF2B5EF4-FFF2-40B4-BE49-F238E27FC236}">
                <a16:creationId xmlns:a16="http://schemas.microsoft.com/office/drawing/2014/main" id="{117BCD91-6BBA-AACD-3424-C3A4E5C1AB1D}"/>
              </a:ext>
            </a:extLst>
          </p:cNvPr>
          <p:cNvSpPr>
            <a:spLocks noGrp="1" noChangeAspect="1"/>
          </p:cNvSpPr>
          <p:nvPr>
            <p:ph type="pic" sz="quarter" idx="48"/>
          </p:nvPr>
        </p:nvSpPr>
        <p:spPr>
          <a:xfrm>
            <a:off x="914400" y="539496"/>
            <a:ext cx="5025207" cy="5779008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</a:t>
            </a:r>
          </a:p>
        </p:txBody>
      </p:sp>
      <p:pic>
        <p:nvPicPr>
          <p:cNvPr id="7" name="Shape 33">
            <a:extLst>
              <a:ext uri="{FF2B5EF4-FFF2-40B4-BE49-F238E27FC236}">
                <a16:creationId xmlns:a16="http://schemas.microsoft.com/office/drawing/2014/main" id="{78B6A20E-2402-E586-7E92-A2C0D0B854DB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52010" y="4038403"/>
            <a:ext cx="1438713" cy="1645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Freeform: Shape 11">
            <a:extLst>
              <a:ext uri="{FF2B5EF4-FFF2-40B4-BE49-F238E27FC236}">
                <a16:creationId xmlns:a16="http://schemas.microsoft.com/office/drawing/2014/main" id="{20E24AA2-A4D8-FFB3-C801-0E57990B8CB6}"/>
              </a:ext>
            </a:extLst>
          </p:cNvPr>
          <p:cNvSpPr/>
          <p:nvPr userDrawn="1"/>
        </p:nvSpPr>
        <p:spPr>
          <a:xfrm>
            <a:off x="1360235" y="5541405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1FEC53F3-5030-5BCF-54CA-ABB14457C073}"/>
              </a:ext>
            </a:extLst>
          </p:cNvPr>
          <p:cNvSpPr/>
          <p:nvPr userDrawn="1"/>
        </p:nvSpPr>
        <p:spPr>
          <a:xfrm>
            <a:off x="5429027" y="393334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077113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86721E85-C7DE-A05F-D33D-97CAF161E33A}"/>
              </a:ext>
            </a:extLst>
          </p:cNvPr>
          <p:cNvSpPr/>
          <p:nvPr userDrawn="1"/>
        </p:nvSpPr>
        <p:spPr>
          <a:xfrm>
            <a:off x="0" y="2860787"/>
            <a:ext cx="2004570" cy="3676532"/>
          </a:xfrm>
          <a:custGeom>
            <a:avLst/>
            <a:gdLst>
              <a:gd name="connsiteX0" fmla="*/ 417538 w 2004570"/>
              <a:gd name="connsiteY0" fmla="*/ 0 h 3676532"/>
              <a:gd name="connsiteX1" fmla="*/ 2004570 w 2004570"/>
              <a:gd name="connsiteY1" fmla="*/ 925683 h 3676532"/>
              <a:gd name="connsiteX2" fmla="*/ 2004570 w 2004570"/>
              <a:gd name="connsiteY2" fmla="*/ 2763949 h 3676532"/>
              <a:gd name="connsiteX3" fmla="*/ 413202 w 2004570"/>
              <a:gd name="connsiteY3" fmla="*/ 3676532 h 3676532"/>
              <a:gd name="connsiteX4" fmla="*/ 0 w 2004570"/>
              <a:gd name="connsiteY4" fmla="*/ 3439338 h 3676532"/>
              <a:gd name="connsiteX5" fmla="*/ 0 w 2004570"/>
              <a:gd name="connsiteY5" fmla="*/ 241075 h 367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04570" h="3676532">
                <a:moveTo>
                  <a:pt x="417538" y="0"/>
                </a:moveTo>
                <a:lnTo>
                  <a:pt x="2004570" y="925683"/>
                </a:lnTo>
                <a:lnTo>
                  <a:pt x="2004570" y="2763949"/>
                </a:lnTo>
                <a:lnTo>
                  <a:pt x="413202" y="3676532"/>
                </a:lnTo>
                <a:lnTo>
                  <a:pt x="0" y="3439338"/>
                </a:lnTo>
                <a:lnTo>
                  <a:pt x="0" y="24107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2BA5A58B-9440-7DAB-E7D7-3143B049FBAC}"/>
              </a:ext>
            </a:extLst>
          </p:cNvPr>
          <p:cNvSpPr/>
          <p:nvPr userDrawn="1"/>
        </p:nvSpPr>
        <p:spPr>
          <a:xfrm flipH="1">
            <a:off x="657773" y="5253270"/>
            <a:ext cx="1710765" cy="1621875"/>
          </a:xfrm>
          <a:custGeom>
            <a:avLst/>
            <a:gdLst>
              <a:gd name="connsiteX0" fmla="*/ 852873 w 1710765"/>
              <a:gd name="connsiteY0" fmla="*/ 0 h 1593273"/>
              <a:gd name="connsiteX1" fmla="*/ 0 w 1710765"/>
              <a:gd name="connsiteY1" fmla="*/ 494134 h 1593273"/>
              <a:gd name="connsiteX2" fmla="*/ 0 w 1710765"/>
              <a:gd name="connsiteY2" fmla="*/ 1475410 h 1593273"/>
              <a:gd name="connsiteX3" fmla="*/ 206916 w 1710765"/>
              <a:gd name="connsiteY3" fmla="*/ 1593273 h 1593273"/>
              <a:gd name="connsiteX4" fmla="*/ 1502835 w 1710765"/>
              <a:gd name="connsiteY4" fmla="*/ 1593273 h 1593273"/>
              <a:gd name="connsiteX5" fmla="*/ 1709418 w 1710765"/>
              <a:gd name="connsiteY5" fmla="*/ 1475480 h 1593273"/>
              <a:gd name="connsiteX6" fmla="*/ 1710407 w 1710765"/>
              <a:gd name="connsiteY6" fmla="*/ 491803 h 1593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0765" h="1593273">
                <a:moveTo>
                  <a:pt x="852873" y="0"/>
                </a:moveTo>
                <a:lnTo>
                  <a:pt x="0" y="494134"/>
                </a:lnTo>
                <a:lnTo>
                  <a:pt x="0" y="1475410"/>
                </a:lnTo>
                <a:lnTo>
                  <a:pt x="206916" y="1593273"/>
                </a:lnTo>
                <a:lnTo>
                  <a:pt x="1502835" y="1593273"/>
                </a:lnTo>
                <a:lnTo>
                  <a:pt x="1709418" y="1475480"/>
                </a:lnTo>
                <a:cubicBezTo>
                  <a:pt x="1707864" y="1146834"/>
                  <a:pt x="1711961" y="820449"/>
                  <a:pt x="1710407" y="491803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: Shape 24">
            <a:extLst>
              <a:ext uri="{FF2B5EF4-FFF2-40B4-BE49-F238E27FC236}">
                <a16:creationId xmlns:a16="http://schemas.microsoft.com/office/drawing/2014/main" id="{A23F9759-CF52-CE45-5E22-9678534685A7}"/>
              </a:ext>
            </a:extLst>
          </p:cNvPr>
          <p:cNvSpPr/>
          <p:nvPr userDrawn="1"/>
        </p:nvSpPr>
        <p:spPr>
          <a:xfrm flipH="1">
            <a:off x="2275432" y="4699053"/>
            <a:ext cx="668814" cy="784693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84FCC1-368D-680C-31AA-597C3AAF4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5576" y="1499616"/>
            <a:ext cx="7955280" cy="1335024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FFF81D2-C0B4-3B82-8DF6-D10CC07C441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5576" y="3108960"/>
            <a:ext cx="4572000" cy="3108960"/>
          </a:xfrm>
        </p:spPr>
        <p:txBody>
          <a:bodyPr/>
          <a:lstStyle>
            <a:lvl1pPr marL="512064" indent="-512064">
              <a:buFont typeface="+mj-lt"/>
              <a:buAutoNum type="arabicPeriod"/>
              <a:defRPr sz="1800"/>
            </a:lvl1pPr>
            <a:lvl2pPr marL="1097280" indent="-512064">
              <a:buFont typeface="+mj-lt"/>
              <a:buAutoNum type="alphaLcPeriod"/>
              <a:defRPr sz="1800"/>
            </a:lvl2pPr>
            <a:lvl3pPr marL="1645920" indent="-512064">
              <a:buFont typeface="+mj-lt"/>
              <a:buAutoNum type="romanLcPeriod"/>
              <a:defRPr sz="1800"/>
            </a:lvl3pPr>
            <a:lvl4pPr marL="2194560" indent="-512064">
              <a:buFont typeface="+mj-lt"/>
              <a:buAutoNum type="arabicParenR"/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90F721-56C7-251D-948D-117696095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0" y="3108960"/>
            <a:ext cx="3017520" cy="310896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94E8A0-C02C-2322-50C1-50080A793F8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>
          <a:xfrm>
            <a:off x="3465576" y="6217920"/>
            <a:ext cx="4114800" cy="365125"/>
          </a:xfrm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6A453-65E1-B688-A3F9-EA0AA347DDEA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2">
            <a:extLst>
              <a:ext uri="{FF2B5EF4-FFF2-40B4-BE49-F238E27FC236}">
                <a16:creationId xmlns:a16="http://schemas.microsoft.com/office/drawing/2014/main" id="{0750FD92-E143-4402-D455-30DC417CBDBE}"/>
              </a:ext>
            </a:extLst>
          </p:cNvPr>
          <p:cNvSpPr/>
          <p:nvPr userDrawn="1"/>
        </p:nvSpPr>
        <p:spPr>
          <a:xfrm>
            <a:off x="1198465" y="958947"/>
            <a:ext cx="1544735" cy="174369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6B13E9E2-D67B-E75B-D60D-CE3782A4FC67}"/>
              </a:ext>
            </a:extLst>
          </p:cNvPr>
          <p:cNvSpPr/>
          <p:nvPr userDrawn="1"/>
        </p:nvSpPr>
        <p:spPr>
          <a:xfrm>
            <a:off x="326738" y="0"/>
            <a:ext cx="1544359" cy="1254845"/>
          </a:xfrm>
          <a:custGeom>
            <a:avLst/>
            <a:gdLst>
              <a:gd name="connsiteX0" fmla="*/ 0 w 1544359"/>
              <a:gd name="connsiteY0" fmla="*/ 0 h 1254845"/>
              <a:gd name="connsiteX1" fmla="*/ 1544359 w 1544359"/>
              <a:gd name="connsiteY1" fmla="*/ 0 h 1254845"/>
              <a:gd name="connsiteX2" fmla="*/ 1543519 w 1544359"/>
              <a:gd name="connsiteY2" fmla="*/ 822090 h 1254845"/>
              <a:gd name="connsiteX3" fmla="*/ 772206 w 1544359"/>
              <a:gd name="connsiteY3" fmla="*/ 1254845 h 1254845"/>
              <a:gd name="connsiteX4" fmla="*/ 0 w 1544359"/>
              <a:gd name="connsiteY4" fmla="*/ 822027 h 1254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4359" h="1254845">
                <a:moveTo>
                  <a:pt x="0" y="0"/>
                </a:moveTo>
                <a:lnTo>
                  <a:pt x="1544359" y="0"/>
                </a:lnTo>
                <a:lnTo>
                  <a:pt x="1543519" y="822090"/>
                </a:lnTo>
                <a:lnTo>
                  <a:pt x="772206" y="1254845"/>
                </a:lnTo>
                <a:lnTo>
                  <a:pt x="0" y="82202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21137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 46">
            <a:extLst>
              <a:ext uri="{FF2B5EF4-FFF2-40B4-BE49-F238E27FC236}">
                <a16:creationId xmlns:a16="http://schemas.microsoft.com/office/drawing/2014/main" id="{39B50CEE-D9F9-B5CD-C274-BEAA5EAB37E3}"/>
              </a:ext>
            </a:extLst>
          </p:cNvPr>
          <p:cNvSpPr/>
          <p:nvPr userDrawn="1"/>
        </p:nvSpPr>
        <p:spPr>
          <a:xfrm>
            <a:off x="410352" y="12435"/>
            <a:ext cx="1455521" cy="1019127"/>
          </a:xfrm>
          <a:custGeom>
            <a:avLst/>
            <a:gdLst>
              <a:gd name="connsiteX0" fmla="*/ 219223 w 1455521"/>
              <a:gd name="connsiteY0" fmla="*/ 0 h 1019127"/>
              <a:gd name="connsiteX1" fmla="*/ 1236298 w 1455521"/>
              <a:gd name="connsiteY1" fmla="*/ 0 h 1019127"/>
              <a:gd name="connsiteX2" fmla="*/ 1455521 w 1455521"/>
              <a:gd name="connsiteY2" fmla="*/ 385779 h 1019127"/>
              <a:gd name="connsiteX3" fmla="*/ 1095615 w 1455521"/>
              <a:gd name="connsiteY3" fmla="*/ 1019127 h 1019127"/>
              <a:gd name="connsiteX4" fmla="*/ 359906 w 1455521"/>
              <a:gd name="connsiteY4" fmla="*/ 1019127 h 1019127"/>
              <a:gd name="connsiteX5" fmla="*/ 0 w 1455521"/>
              <a:gd name="connsiteY5" fmla="*/ 385779 h 1019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1019127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Hexagon 15">
            <a:extLst>
              <a:ext uri="{FF2B5EF4-FFF2-40B4-BE49-F238E27FC236}">
                <a16:creationId xmlns:a16="http://schemas.microsoft.com/office/drawing/2014/main" id="{93831F6E-A0DA-46E5-AF13-ED5D9ABF108D}"/>
              </a:ext>
            </a:extLst>
          </p:cNvPr>
          <p:cNvSpPr/>
          <p:nvPr userDrawn="1"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Hexagon 17">
            <a:extLst>
              <a:ext uri="{FF2B5EF4-FFF2-40B4-BE49-F238E27FC236}">
                <a16:creationId xmlns:a16="http://schemas.microsoft.com/office/drawing/2014/main" id="{18B06ECC-5FA7-4ACA-86BF-694240D0C05B}"/>
              </a:ext>
            </a:extLst>
          </p:cNvPr>
          <p:cNvSpPr/>
          <p:nvPr userDrawn="1"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Hexagon 19">
            <a:extLst>
              <a:ext uri="{FF2B5EF4-FFF2-40B4-BE49-F238E27FC236}">
                <a16:creationId xmlns:a16="http://schemas.microsoft.com/office/drawing/2014/main" id="{089AA305-8FFC-46A5-B806-D5D78320D0CD}"/>
              </a:ext>
            </a:extLst>
          </p:cNvPr>
          <p:cNvSpPr/>
          <p:nvPr userDrawn="1"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Hexagon 21">
            <a:extLst>
              <a:ext uri="{FF2B5EF4-FFF2-40B4-BE49-F238E27FC236}">
                <a16:creationId xmlns:a16="http://schemas.microsoft.com/office/drawing/2014/main" id="{DB2D65ED-32BC-44B2-92F3-E16717051CA1}"/>
              </a:ext>
            </a:extLst>
          </p:cNvPr>
          <p:cNvSpPr/>
          <p:nvPr userDrawn="1"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6100186E-95B0-AB29-6F1D-DBFBAA566DB2}"/>
              </a:ext>
            </a:extLst>
          </p:cNvPr>
          <p:cNvSpPr/>
          <p:nvPr userDrawn="1"/>
        </p:nvSpPr>
        <p:spPr>
          <a:xfrm>
            <a:off x="3955762" y="5952136"/>
            <a:ext cx="1455521" cy="932559"/>
          </a:xfrm>
          <a:custGeom>
            <a:avLst/>
            <a:gdLst>
              <a:gd name="connsiteX0" fmla="*/ 359906 w 1455521"/>
              <a:gd name="connsiteY0" fmla="*/ 0 h 932559"/>
              <a:gd name="connsiteX1" fmla="*/ 1095615 w 1455521"/>
              <a:gd name="connsiteY1" fmla="*/ 0 h 932559"/>
              <a:gd name="connsiteX2" fmla="*/ 1455521 w 1455521"/>
              <a:gd name="connsiteY2" fmla="*/ 633348 h 932559"/>
              <a:gd name="connsiteX3" fmla="*/ 1285492 w 1455521"/>
              <a:gd name="connsiteY3" fmla="*/ 932559 h 932559"/>
              <a:gd name="connsiteX4" fmla="*/ 170030 w 1455521"/>
              <a:gd name="connsiteY4" fmla="*/ 932559 h 932559"/>
              <a:gd name="connsiteX5" fmla="*/ 0 w 1455521"/>
              <a:gd name="connsiteY5" fmla="*/ 633348 h 932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32559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Hexagon 27">
            <a:extLst>
              <a:ext uri="{FF2B5EF4-FFF2-40B4-BE49-F238E27FC236}">
                <a16:creationId xmlns:a16="http://schemas.microsoft.com/office/drawing/2014/main" id="{5275D449-7441-440B-8584-96D25256F24D}"/>
              </a:ext>
            </a:extLst>
          </p:cNvPr>
          <p:cNvSpPr/>
          <p:nvPr userDrawn="1"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Hexagon 21">
            <a:extLst>
              <a:ext uri="{FF2B5EF4-FFF2-40B4-BE49-F238E27FC236}">
                <a16:creationId xmlns:a16="http://schemas.microsoft.com/office/drawing/2014/main" id="{AA088CB3-68C2-8BF7-640B-511D7AD708D4}"/>
              </a:ext>
            </a:extLst>
          </p:cNvPr>
          <p:cNvSpPr/>
          <p:nvPr userDrawn="1"/>
        </p:nvSpPr>
        <p:spPr>
          <a:xfrm>
            <a:off x="2757266" y="2493385"/>
            <a:ext cx="1467568" cy="1305975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rgbClr val="D844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" name="Hexagon 28">
            <a:extLst>
              <a:ext uri="{FF2B5EF4-FFF2-40B4-BE49-F238E27FC236}">
                <a16:creationId xmlns:a16="http://schemas.microsoft.com/office/drawing/2014/main" id="{94CFCD79-F5CD-4175-96DE-1AC2E1999DB6}"/>
              </a:ext>
            </a:extLst>
          </p:cNvPr>
          <p:cNvSpPr/>
          <p:nvPr userDrawn="1"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C8667104-E096-23C3-4C2C-5277C2AF5C57}"/>
              </a:ext>
            </a:extLst>
          </p:cNvPr>
          <p:cNvSpPr/>
          <p:nvPr userDrawn="1"/>
        </p:nvSpPr>
        <p:spPr>
          <a:xfrm>
            <a:off x="3702" y="448131"/>
            <a:ext cx="678871" cy="1266696"/>
          </a:xfrm>
          <a:custGeom>
            <a:avLst/>
            <a:gdLst>
              <a:gd name="connsiteX0" fmla="*/ 0 w 678871"/>
              <a:gd name="connsiteY0" fmla="*/ 0 h 1266696"/>
              <a:gd name="connsiteX1" fmla="*/ 318965 w 678871"/>
              <a:gd name="connsiteY1" fmla="*/ 0 h 1266696"/>
              <a:gd name="connsiteX2" fmla="*/ 678871 w 678871"/>
              <a:gd name="connsiteY2" fmla="*/ 633348 h 1266696"/>
              <a:gd name="connsiteX3" fmla="*/ 318965 w 678871"/>
              <a:gd name="connsiteY3" fmla="*/ 1266696 h 1266696"/>
              <a:gd name="connsiteX4" fmla="*/ 0 w 678871"/>
              <a:gd name="connsiteY4" fmla="*/ 1266696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871" h="1266696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Hexagon 31">
            <a:extLst>
              <a:ext uri="{FF2B5EF4-FFF2-40B4-BE49-F238E27FC236}">
                <a16:creationId xmlns:a16="http://schemas.microsoft.com/office/drawing/2014/main" id="{61BB4AB0-7C5C-4697-A25B-0AFD8754AB52}"/>
              </a:ext>
            </a:extLst>
          </p:cNvPr>
          <p:cNvSpPr/>
          <p:nvPr userDrawn="1"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Hexagon 28">
            <a:extLst>
              <a:ext uri="{FF2B5EF4-FFF2-40B4-BE49-F238E27FC236}">
                <a16:creationId xmlns:a16="http://schemas.microsoft.com/office/drawing/2014/main" id="{E4EF439B-1CC3-CA39-B62A-E54F83ED70D2}"/>
              </a:ext>
            </a:extLst>
          </p:cNvPr>
          <p:cNvSpPr/>
          <p:nvPr userDrawn="1"/>
        </p:nvSpPr>
        <p:spPr>
          <a:xfrm>
            <a:off x="396269" y="251164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2363FF00-E570-D743-258E-E9FEF4F02A08}"/>
              </a:ext>
            </a:extLst>
          </p:cNvPr>
          <p:cNvSpPr/>
          <p:nvPr userDrawn="1"/>
        </p:nvSpPr>
        <p:spPr>
          <a:xfrm>
            <a:off x="6334981" y="5962237"/>
            <a:ext cx="1455521" cy="901561"/>
          </a:xfrm>
          <a:custGeom>
            <a:avLst/>
            <a:gdLst>
              <a:gd name="connsiteX0" fmla="*/ 359906 w 1455521"/>
              <a:gd name="connsiteY0" fmla="*/ 0 h 901561"/>
              <a:gd name="connsiteX1" fmla="*/ 1095615 w 1455521"/>
              <a:gd name="connsiteY1" fmla="*/ 0 h 901561"/>
              <a:gd name="connsiteX2" fmla="*/ 1455521 w 1455521"/>
              <a:gd name="connsiteY2" fmla="*/ 633348 h 901561"/>
              <a:gd name="connsiteX3" fmla="*/ 1303107 w 1455521"/>
              <a:gd name="connsiteY3" fmla="*/ 901561 h 901561"/>
              <a:gd name="connsiteX4" fmla="*/ 152415 w 1455521"/>
              <a:gd name="connsiteY4" fmla="*/ 901561 h 901561"/>
              <a:gd name="connsiteX5" fmla="*/ 0 w 1455521"/>
              <a:gd name="connsiteY5" fmla="*/ 633348 h 901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01561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>
            <a:solidFill>
              <a:srgbClr val="98432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Hexagon 21">
            <a:extLst>
              <a:ext uri="{FF2B5EF4-FFF2-40B4-BE49-F238E27FC236}">
                <a16:creationId xmlns:a16="http://schemas.microsoft.com/office/drawing/2014/main" id="{A38FF139-88E9-67A9-6010-4EDFB851076B}"/>
              </a:ext>
            </a:extLst>
          </p:cNvPr>
          <p:cNvSpPr/>
          <p:nvPr userDrawn="1"/>
        </p:nvSpPr>
        <p:spPr>
          <a:xfrm>
            <a:off x="5150156" y="5261378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Hexagon 21">
            <a:extLst>
              <a:ext uri="{FF2B5EF4-FFF2-40B4-BE49-F238E27FC236}">
                <a16:creationId xmlns:a16="http://schemas.microsoft.com/office/drawing/2014/main" id="{99956147-4454-5EA6-FC9C-94C08EE35F28}"/>
              </a:ext>
            </a:extLst>
          </p:cNvPr>
          <p:cNvSpPr/>
          <p:nvPr userDrawn="1"/>
        </p:nvSpPr>
        <p:spPr>
          <a:xfrm>
            <a:off x="3948599" y="3206642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4722C9EB-D452-B3DF-5219-160F48DE7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Content Placeholder 47" descr="Click icon to add picture">
            <a:extLst>
              <a:ext uri="{FF2B5EF4-FFF2-40B4-BE49-F238E27FC236}">
                <a16:creationId xmlns:a16="http://schemas.microsoft.com/office/drawing/2014/main" id="{B7E46D91-6194-E279-CAE3-425E21FD4A8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035040" y="3108960"/>
            <a:ext cx="5394960" cy="187979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dirty="0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E3C8467A-0A34-2A65-92FE-F12F6A3D84A6}"/>
              </a:ext>
            </a:extLst>
          </p:cNvPr>
          <p:cNvSpPr/>
          <p:nvPr userDrawn="1"/>
        </p:nvSpPr>
        <p:spPr>
          <a:xfrm>
            <a:off x="-6538" y="1815084"/>
            <a:ext cx="697438" cy="1266696"/>
          </a:xfrm>
          <a:custGeom>
            <a:avLst/>
            <a:gdLst>
              <a:gd name="connsiteX0" fmla="*/ 0 w 732607"/>
              <a:gd name="connsiteY0" fmla="*/ 0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0" fmla="*/ 43961 w 732607"/>
              <a:gd name="connsiteY0" fmla="*/ 8793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5" fmla="*/ 43961 w 732607"/>
              <a:gd name="connsiteY5" fmla="*/ 8793 h 1266696"/>
              <a:gd name="connsiteX0" fmla="*/ 8792 w 697438"/>
              <a:gd name="connsiteY0" fmla="*/ 8793 h 1266696"/>
              <a:gd name="connsiteX1" fmla="*/ 337532 w 697438"/>
              <a:gd name="connsiteY1" fmla="*/ 0 h 1266696"/>
              <a:gd name="connsiteX2" fmla="*/ 697438 w 697438"/>
              <a:gd name="connsiteY2" fmla="*/ 633348 h 1266696"/>
              <a:gd name="connsiteX3" fmla="*/ 337532 w 697438"/>
              <a:gd name="connsiteY3" fmla="*/ 1266696 h 1266696"/>
              <a:gd name="connsiteX4" fmla="*/ 0 w 697438"/>
              <a:gd name="connsiteY4" fmla="*/ 1266696 h 1266696"/>
              <a:gd name="connsiteX5" fmla="*/ 8792 w 697438"/>
              <a:gd name="connsiteY5" fmla="*/ 8793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7438" h="1266696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334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7">
            <a:extLst>
              <a:ext uri="{FF2B5EF4-FFF2-40B4-BE49-F238E27FC236}">
                <a16:creationId xmlns:a16="http://schemas.microsoft.com/office/drawing/2014/main" id="{28B6388A-37D2-4382-A7FC-9B9A76BD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94169" y="6217920"/>
            <a:ext cx="458592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8CB8A3D-9A54-FD7C-F6A5-B33E6C891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Title Placeholder 4">
            <a:extLst>
              <a:ext uri="{FF2B5EF4-FFF2-40B4-BE49-F238E27FC236}">
                <a16:creationId xmlns:a16="http://schemas.microsoft.com/office/drawing/2014/main" id="{F38A7675-78A2-B642-22AF-B98514C68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76125D-E69D-E2ED-1549-3D67DBD4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4400" y="621792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0574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1" r:id="rId2"/>
    <p:sldLayoutId id="2147483674" r:id="rId3"/>
    <p:sldLayoutId id="2147483670" r:id="rId4"/>
    <p:sldLayoutId id="2147483669" r:id="rId5"/>
    <p:sldLayoutId id="2147483655" r:id="rId6"/>
    <p:sldLayoutId id="2147483651" r:id="rId7"/>
    <p:sldLayoutId id="2147483662" r:id="rId8"/>
    <p:sldLayoutId id="2147483672" r:id="rId9"/>
    <p:sldLayoutId id="2147483673" r:id="rId10"/>
    <p:sldLayoutId id="2147483653" r:id="rId11"/>
    <p:sldLayoutId id="2147483663" r:id="rId12"/>
    <p:sldLayoutId id="214748366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640" userDrawn="1">
          <p15:clr>
            <a:srgbClr val="F26B43"/>
          </p15:clr>
        </p15:guide>
        <p15:guide id="4" pos="1656" userDrawn="1">
          <p15:clr>
            <a:srgbClr val="F26B43"/>
          </p15:clr>
        </p15:guide>
        <p15:guide id="5" pos="52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A3B864-5E85-99D2-93E5-5CA1F4F3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8189" y="88233"/>
            <a:ext cx="8061157" cy="1050756"/>
          </a:xfrm>
        </p:spPr>
        <p:txBody>
          <a:bodyPr lIns="0" anchor="b" anchorCtr="0">
            <a:normAutofit fontScale="90000"/>
          </a:bodyPr>
          <a:lstStyle/>
          <a:p>
            <a: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Държавен изпит за придобиване на трета степен на </a:t>
            </a:r>
            <a:r>
              <a:rPr lang="ru-RU" sz="2000" b="0" dirty="0" smtClean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професионална </a:t>
            </a:r>
            <a: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квалификация – част по теория на професията</a:t>
            </a:r>
            <a:b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</a:br>
            <a: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по професия код 481020   „Системен програмист“</a:t>
            </a:r>
            <a:b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</a:br>
            <a: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специалност код 4810201  „Системно програмиране“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85E0237-B9A1-0B58-E0AA-05EF84817EB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304421" y="6545179"/>
            <a:ext cx="2887579" cy="312821"/>
          </a:xfrm>
        </p:spPr>
        <p:txBody>
          <a:bodyPr>
            <a:normAutofit fontScale="85000" lnSpcReduction="20000"/>
          </a:bodyPr>
          <a:lstStyle/>
          <a:p>
            <a:r>
              <a:rPr lang="bg-BG" dirty="0" smtClean="0"/>
              <a:t>Дипломант</a:t>
            </a:r>
            <a:r>
              <a:rPr lang="en-US" dirty="0" smtClean="0"/>
              <a:t>:</a:t>
            </a:r>
            <a:r>
              <a:rPr lang="bg-BG" dirty="0" smtClean="0"/>
              <a:t> Рафие Молла</a:t>
            </a:r>
            <a:endParaRPr lang="en-US" dirty="0"/>
          </a:p>
        </p:txBody>
      </p:sp>
      <p:pic>
        <p:nvPicPr>
          <p:cNvPr id="4" name="Picture Placeholder 3"/>
          <p:cNvPicPr>
            <a:picLocks noGrp="1" noChangeAspect="1"/>
          </p:cNvPicPr>
          <p:nvPr>
            <p:ph type="pic" sz="quarter" idx="47"/>
          </p:nvPr>
        </p:nvPicPr>
        <p:blipFill>
          <a:blip r:embed="rId3"/>
          <a:srcRect l="21012" r="21012"/>
          <a:stretch>
            <a:fillRect/>
          </a:stretch>
        </p:blipFill>
        <p:spPr>
          <a:xfrm>
            <a:off x="7039029" y="1294872"/>
            <a:ext cx="3895538" cy="447988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Rectangle 4"/>
          <p:cNvSpPr/>
          <p:nvPr/>
        </p:nvSpPr>
        <p:spPr>
          <a:xfrm>
            <a:off x="1183708" y="4058654"/>
            <a:ext cx="354069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ru-RU" dirty="0">
                <a:solidFill>
                  <a:srgbClr val="FFFFFF"/>
                </a:solidFill>
                <a:latin typeface="Century Schoolbook" panose="02040604050505020304"/>
              </a:rPr>
              <a:t>Тема: Система за компютърна сигурност чрез близост (Proximity Lock</a:t>
            </a:r>
            <a:r>
              <a:rPr lang="ru-RU" dirty="0" smtClean="0">
                <a:solidFill>
                  <a:srgbClr val="FFFFFF"/>
                </a:solidFill>
                <a:latin typeface="Century Schoolbook" panose="02040604050505020304"/>
              </a:rPr>
              <a:t>) </a:t>
            </a:r>
            <a:endParaRPr lang="bg-BG" dirty="0">
              <a:solidFill>
                <a:srgbClr val="FFFFFF"/>
              </a:solidFill>
              <a:latin typeface="Century Schoolbook" panose="02040604050505020304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31" y="116631"/>
            <a:ext cx="831158" cy="1022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966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80" y="1377559"/>
            <a:ext cx="5377166" cy="1314270"/>
          </a:xfrm>
          <a:noFill/>
        </p:spPr>
        <p:txBody>
          <a:bodyPr anchor="t" anchorCtr="0">
            <a:noAutofit/>
          </a:bodyPr>
          <a:lstStyle/>
          <a:p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</a:rPr>
              <a:t>Цел и задачи </a:t>
            </a:r>
            <a:r>
              <a:rPr lang="bg-BG" dirty="0" smtClean="0">
                <a:latin typeface="Times New Roman" panose="02020603050405020304" pitchFamily="18" charset="0"/>
                <a:ea typeface="Calibri" panose="020F0502020204030204" pitchFamily="34" charset="0"/>
              </a:rPr>
              <a:t>на проекта</a:t>
            </a:r>
            <a:r>
              <a:rPr lang="bg-BG" b="0" dirty="0" smtClean="0">
                <a:solidFill>
                  <a:srgbClr val="FFFFFF"/>
                </a:solidFill>
              </a:rPr>
              <a:t/>
            </a:r>
            <a:br>
              <a:rPr lang="bg-BG" b="0" dirty="0" smtClean="0">
                <a:solidFill>
                  <a:srgbClr val="FFFFFF"/>
                </a:solidFill>
              </a:rPr>
            </a:br>
            <a:r>
              <a:rPr lang="bg-BG" b="0" dirty="0">
                <a:solidFill>
                  <a:srgbClr val="FFFFFF"/>
                </a:solidFill>
              </a:rPr>
              <a:t/>
            </a:r>
            <a:br>
              <a:rPr lang="bg-BG" b="0" dirty="0">
                <a:solidFill>
                  <a:srgbClr val="FFFFFF"/>
                </a:solidFill>
              </a:rPr>
            </a:br>
            <a:r>
              <a:rPr lang="bg-BG" b="0" dirty="0" smtClean="0">
                <a:solidFill>
                  <a:srgbClr val="FFFFFF"/>
                </a:solidFill>
              </a:rPr>
              <a:t/>
            </a:r>
            <a:br>
              <a:rPr lang="bg-BG" b="0" dirty="0" smtClean="0">
                <a:solidFill>
                  <a:srgbClr val="FFFFFF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4969" y="2034694"/>
            <a:ext cx="5029200" cy="3383280"/>
          </a:xfrm>
          <a:noFill/>
        </p:spPr>
        <p:txBody>
          <a:bodyPr>
            <a:noAutofit/>
          </a:bodyPr>
          <a:lstStyle/>
          <a:p>
            <a:pPr>
              <a:lnSpc>
                <a:spcPct val="107000"/>
              </a:lnSpc>
            </a:pPr>
            <a:r>
              <a:rPr lang="ru-RU" sz="24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Анализ на компютърната сигурност и заплахите</a:t>
            </a:r>
            <a:endParaRPr lang="ru-RU" sz="2400" dirty="0" smtClean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24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Изследване на методите за автентикация</a:t>
            </a:r>
            <a:endParaRPr lang="ru-RU" sz="2400" dirty="0" smtClean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24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Проучване на Bluetooth технологията</a:t>
            </a:r>
            <a:endParaRPr lang="ru-RU" sz="2400" dirty="0" smtClean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24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Разработване на софтуерен прототип</a:t>
            </a:r>
            <a:endParaRPr lang="ru-RU" sz="2400" dirty="0"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D4AF3B-CC38-C6F7-1058-2FC5EE48D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2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478" y="2321047"/>
            <a:ext cx="3021664" cy="622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379BBF1-9BC2-6DCE-0154-887346987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03" y="154111"/>
            <a:ext cx="7931648" cy="2119559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</a:pP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Основи на компютърната сигурност</a:t>
            </a:r>
            <a: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4800F032-5102-94C2-865C-AE9D448B2744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B5C5013-A563-C783-9185-9C847D4B4A46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3</a:t>
            </a:fld>
            <a:endParaRPr lang="en-US" altLang="zh-CN" noProof="0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30"/>
          </p:nvPr>
        </p:nvPicPr>
        <p:blipFill>
          <a:blip r:embed="rId3"/>
          <a:stretch>
            <a:fillRect/>
          </a:stretch>
        </p:blipFill>
        <p:spPr>
          <a:xfrm>
            <a:off x="1078787" y="976045"/>
            <a:ext cx="10115382" cy="53528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460212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1D18537-D028-9E9C-FB87-93F24955D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643" y="328774"/>
            <a:ext cx="4541177" cy="1705509"/>
          </a:xfrm>
        </p:spPr>
        <p:txBody>
          <a:bodyPr anchor="b" anchorCtr="0">
            <a:normAutofit fontScale="90000"/>
          </a:bodyPr>
          <a:lstStyle/>
          <a:p>
            <a:pPr>
              <a:lnSpc>
                <a:spcPct val="107000"/>
              </a:lnSpc>
            </a:pPr>
            <a:r>
              <a:rPr lang="bg-BG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Заплахи </a:t>
            </a: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 видове сигурност</a:t>
            </a:r>
            <a: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CC0093B1-77CC-1E61-FB22-E136F94EA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337" y="2584978"/>
            <a:ext cx="4147677" cy="2264424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физическа – защита на хардуера (контрол на достъп, камери)</a:t>
            </a:r>
            <a:endParaRPr lang="ru-RU" dirty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логическа – защита чрез софтуер (пароли, криптиране)</a:t>
            </a:r>
            <a:endParaRPr lang="ru-RU" dirty="0">
              <a:effectLst/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D246665A-6901-3F62-340A-A95E775ACA48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6B3DA3-995E-263F-F271-D0DCB60A6118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4</a:t>
            </a:fld>
            <a:endParaRPr lang="en-US" altLang="zh-CN" noProof="0" dirty="0"/>
          </a:p>
        </p:txBody>
      </p:sp>
      <p:pic>
        <p:nvPicPr>
          <p:cNvPr id="7" name="Picture Placeholder 6"/>
          <p:cNvPicPr>
            <a:picLocks noGrp="1" noChangeAspect="1"/>
          </p:cNvPicPr>
          <p:nvPr>
            <p:ph type="pic" sz="quarter" idx="54"/>
          </p:nvPr>
        </p:nvPicPr>
        <p:blipFill>
          <a:blip r:embed="rId3"/>
          <a:srcRect l="22664" r="22664"/>
          <a:stretch>
            <a:fillRect/>
          </a:stretch>
        </p:blipFill>
        <p:spPr>
          <a:xfrm>
            <a:off x="6041205" y="654119"/>
            <a:ext cx="5226122" cy="5559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548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0031CE36-F77D-3964-C169-771DBA49D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2582" y="71021"/>
            <a:ext cx="8611339" cy="532660"/>
          </a:xfrm>
        </p:spPr>
        <p:txBody>
          <a:bodyPr>
            <a:normAutofit fontScale="90000"/>
          </a:bodyPr>
          <a:lstStyle/>
          <a:p>
            <a:pPr>
              <a:lnSpc>
                <a:spcPct val="107000"/>
              </a:lnSpc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Автентикация и контрол на </a:t>
            </a:r>
            <a:r>
              <a:rPr lang="ru-RU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достъпа  </a:t>
            </a:r>
            <a:endParaRPr lang="ru-RU" dirty="0">
              <a:effectLst/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930FF33C-2E3C-37EC-75C2-1BE4513D9B62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22DE72-77CB-CB24-A4D1-2FAC47307AC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5</a:t>
            </a:fld>
            <a:endParaRPr lang="en-US" altLang="zh-CN" noProof="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0025" y="841273"/>
            <a:ext cx="8096434" cy="5062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148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45968-70F7-0180-6448-3547E442E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7701" y="62144"/>
            <a:ext cx="5601809" cy="550415"/>
          </a:xfrm>
          <a:noFill/>
        </p:spPr>
        <p:txBody>
          <a:bodyPr anchor="b" anchorCtr="0">
            <a:no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Proximity Lock </a:t>
            </a: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</a:rPr>
              <a:t>системи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DFE8A8-4537-F7A1-3BF9-834AEFE3E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6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362" y="612559"/>
            <a:ext cx="10096500" cy="562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9771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C59F6-9B22-C211-4B4C-A2FD4B914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0741" y="1225119"/>
            <a:ext cx="7671816" cy="603681"/>
          </a:xfrm>
          <a:noFill/>
        </p:spPr>
        <p:txBody>
          <a:bodyPr anchor="b" anchorCtr="0">
            <a:noAutofit/>
          </a:bodyPr>
          <a:lstStyle/>
          <a:p>
            <a:pPr>
              <a:lnSpc>
                <a:spcPct val="107000"/>
              </a:lnSpc>
            </a:pP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Bluetooth </a:t>
            </a: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технология и 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BLE</a:t>
            </a:r>
            <a:endParaRPr lang="en-US" dirty="0">
              <a:effectLst/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231D8C-5C7D-BFD9-19A4-7628C1400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7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92" y="1939772"/>
            <a:ext cx="73152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6306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CEC29-2F05-D7E4-A266-08C74BE4F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9853" y="0"/>
            <a:ext cx="7007290" cy="1315616"/>
          </a:xfrm>
        </p:spPr>
        <p:txBody>
          <a:bodyPr>
            <a:normAutofit fontScale="90000"/>
          </a:bodyPr>
          <a:lstStyle/>
          <a:p>
            <a:pPr>
              <a:lnSpc>
                <a:spcPct val="107000"/>
              </a:lnSpc>
            </a:pP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Проектиране на системата</a:t>
            </a:r>
            <a: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pic>
        <p:nvPicPr>
          <p:cNvPr id="7" name="Picture Placeholder 6"/>
          <p:cNvPicPr>
            <a:picLocks noGrp="1" noChangeAspect="1"/>
          </p:cNvPicPr>
          <p:nvPr>
            <p:ph type="pic" sz="quarter" idx="48"/>
          </p:nvPr>
        </p:nvPicPr>
        <p:blipFill>
          <a:blip r:embed="rId3"/>
          <a:srcRect l="6525" r="6525"/>
          <a:stretch>
            <a:fillRect/>
          </a:stretch>
        </p:blipFill>
        <p:spPr>
          <a:xfrm>
            <a:off x="3237723" y="828562"/>
            <a:ext cx="5299788" cy="5452619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48227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21E73BA-53B9-C0C1-476A-00736A64A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935" y="1651519"/>
            <a:ext cx="4609322" cy="1149569"/>
          </a:xfrm>
        </p:spPr>
        <p:txBody>
          <a:bodyPr anchor="b" anchorCtr="0">
            <a:normAutofit fontScale="90000"/>
          </a:bodyPr>
          <a:lstStyle/>
          <a:p>
            <a:pPr>
              <a:lnSpc>
                <a:spcPct val="107000"/>
              </a:lnSpc>
            </a:pP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Реализация и технически решения</a:t>
            </a:r>
            <a: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E4D147-B48C-ADE3-3FEF-627D467699A2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>
          <a:xfrm>
            <a:off x="11194169" y="6217920"/>
            <a:ext cx="458592" cy="365125"/>
          </a:xfrm>
        </p:spPr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9</a:t>
            </a:fld>
            <a:endParaRPr lang="en-US" altLang="zh-CN" noProof="0" dirty="0"/>
          </a:p>
        </p:txBody>
      </p:sp>
      <p:sp>
        <p:nvSpPr>
          <p:cNvPr id="15" name="Slide Number Placeholder 13">
            <a:extLst>
              <a:ext uri="{FF2B5EF4-FFF2-40B4-BE49-F238E27FC236}">
                <a16:creationId xmlns:a16="http://schemas.microsoft.com/office/drawing/2014/main" id="{55AB7753-4245-72E4-BEDB-33038672BA35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888" y="737117"/>
            <a:ext cx="7234873" cy="4820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727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AD2C8D04-263D-9589-1CFF-A5968D7C3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/>
          <a:lstStyle/>
          <a:p>
            <a:r>
              <a:rPr lang="bg-BG" dirty="0" smtClean="0"/>
              <a:t>Благодаря Ви за</a:t>
            </a:r>
            <a:r>
              <a:rPr lang="en-US" dirty="0" smtClean="0"/>
              <a:t> </a:t>
            </a:r>
            <a:r>
              <a:rPr lang="bg-BG" dirty="0" smtClean="0"/>
              <a:t>вниманието!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92794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Custom">
  <a:themeElements>
    <a:clrScheme name="Custom 7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903"/>
      </a:accent2>
      <a:accent3>
        <a:srgbClr val="75262A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Custom 16">
      <a:majorFont>
        <a:latin typeface="Posterama"/>
        <a:ea typeface=""/>
        <a:cs typeface=""/>
      </a:majorFont>
      <a:minorFont>
        <a:latin typeface="Abad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/>
      <a:lstStyle>
        <a:defPPr marL="0" indent="0" algn="ctr">
          <a:lnSpc>
            <a:spcPct val="100000"/>
          </a:lnSpc>
          <a:spcBef>
            <a:spcPts val="0"/>
          </a:spcBef>
          <a:buFontTx/>
          <a:buNone/>
          <a:defRPr sz="1800" smtClean="0">
            <a:solidFill>
              <a:prstClr val="white"/>
            </a:solidFill>
            <a:latin typeface="Posterama" panose="020B0504020200020000" pitchFamily="34" charset="0"/>
            <a:ea typeface="微软雅黑"/>
            <a:cs typeface="Posterama" panose="020B0504020200020000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M9027928_win32_EF_v3" id="{B2A09113-D80A-4CEB-84AD-5F3C210546F5}" vid="{897E41CC-BF75-40EB-9A1D-4A51B13B2C34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A8BF015-C9F0-46BD-A47D-086FC5BD5D1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0009351-EDD4-484E-ACD6-D50CCB13763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8DB3C62-858A-4A01-AFEF-21E0BB8CE262}">
  <ds:schemaRefs>
    <ds:schemaRef ds:uri="http://schemas.microsoft.com/office/2006/documentManagement/types"/>
    <ds:schemaRef ds:uri="http://purl.org/dc/terms/"/>
    <ds:schemaRef ds:uri="http://purl.org/dc/dcmitype/"/>
    <ds:schemaRef ds:uri="http://purl.org/dc/elements/1.1/"/>
    <ds:schemaRef ds:uri="http://schemas.microsoft.com/sharepoint/v3"/>
    <ds:schemaRef ds:uri="230e9df3-be65-4c73-a93b-d1236ebd677e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16c05727-aa75-4e4a-9b5f-8a80a1165891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1135</Words>
  <Application>Microsoft Office PowerPoint</Application>
  <PresentationFormat>Widescreen</PresentationFormat>
  <Paragraphs>60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Abadi</vt:lpstr>
      <vt:lpstr>Arial</vt:lpstr>
      <vt:lpstr>Calibri</vt:lpstr>
      <vt:lpstr>Century Schoolbook</vt:lpstr>
      <vt:lpstr>等线</vt:lpstr>
      <vt:lpstr>Posterama</vt:lpstr>
      <vt:lpstr>Posterama Text SemiBold</vt:lpstr>
      <vt:lpstr>Times New Roman</vt:lpstr>
      <vt:lpstr>Custom</vt:lpstr>
      <vt:lpstr>Държавен изпит за придобиване на трета степен на професионална квалификация – част по теория на професията по професия код 481020   „Системен програмист“ специалност код 4810201  „Системно програмиране“</vt:lpstr>
      <vt:lpstr>Цел и задачи на проекта   </vt:lpstr>
      <vt:lpstr>Основи на компютърната сигурност </vt:lpstr>
      <vt:lpstr>Заплахи и видове сигурност </vt:lpstr>
      <vt:lpstr>Автентикация и контрол на достъпа  </vt:lpstr>
      <vt:lpstr>Proximity Lock системи</vt:lpstr>
      <vt:lpstr> Bluetooth технология и BLE</vt:lpstr>
      <vt:lpstr>Проектиране на системата </vt:lpstr>
      <vt:lpstr>Реализация и технически решения </vt:lpstr>
      <vt:lpstr>Благодаря Ви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2023-09-14T05:46:04Z</dcterms:created>
  <dcterms:modified xsi:type="dcterms:W3CDTF">2026-05-14T05:21:13Z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