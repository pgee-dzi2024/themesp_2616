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01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1" autoAdjust="0"/>
    <p:restoredTop sz="81702" autoAdjust="0"/>
  </p:normalViewPr>
  <p:slideViewPr>
    <p:cSldViewPr snapToGrid="0" showGuides="1">
      <p:cViewPr varScale="1">
        <p:scale>
          <a:sx n="103" d="100"/>
          <a:sy n="103" d="100"/>
        </p:scale>
        <p:origin x="1074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комисия.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36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0301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</a:t>
            </a:r>
            <a:r>
              <a:rPr lang="ru-RU" dirty="0" smtClean="0"/>
              <a:t>физическа</a:t>
            </a:r>
            <a:r>
              <a:rPr lang="en-US" baseline="0" dirty="0" smtClean="0"/>
              <a:t> - </a:t>
            </a:r>
            <a:r>
              <a:rPr lang="ru-RU" dirty="0" smtClean="0"/>
              <a:t>свързана </a:t>
            </a:r>
            <a:r>
              <a:rPr lang="ru-RU" dirty="0" smtClean="0"/>
              <a:t>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Заплахите за компютърните системи могат да доведат до кражба, загуба или повреждане на информация. Най-често срещаните са Malware, фишинг атаки и неоторизиран достъп. Те могат да бъдат причинени както от технически проблеми, така и от човешки грешки. Съществуват и физически заплахи като кражба на устройства, пожар или повреда на хардуера.</a:t>
            </a:r>
          </a:p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което има 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</a:t>
            </a:r>
            <a:r>
              <a:rPr lang="ru-RU" dirty="0" smtClean="0"/>
              <a:t>. Авентацията е процес на проверка на самоличността на потребител, устройство или система.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Bluetooth токен, който е реализиран чрез Arduino устройство, 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за пълзящо средно (Moving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1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build="p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schemas.microsoft.com/sharepoint/v3"/>
    <ds:schemaRef ds:uri="71af3243-3dd4-4a8d-8c0d-dd76da1f02a5"/>
    <ds:schemaRef ds:uri="http://schemas.microsoft.com/office/infopath/2007/PartnerControls"/>
    <ds:schemaRef ds:uri="230e9df3-be65-4c73-a93b-d1236ebd677e"/>
    <ds:schemaRef ds:uri="http://purl.org/dc/elements/1.1/"/>
    <ds:schemaRef ds:uri="16c05727-aa75-4e4a-9b5f-8a80a1165891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1157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2026-05-07T06:28:28Z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